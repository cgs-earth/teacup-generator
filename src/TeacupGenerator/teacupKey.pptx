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BF4DE-AB0A-4354-AAE4-8176CAD86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173C5E-3AD8-4A6C-961C-FE7102423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28D80-AA22-4CEE-85BF-52150A52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0BF2-0F52-49CB-9BA6-5A15FE55A2D8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F7A89-9EFD-48B5-BD0D-0D62C7F91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3255F-1360-4BF0-9A02-84C4DB96C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6336-0A1E-4E41-B020-8CA9484E9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72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D5DB9-3237-4EEE-BFE7-3136721CE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3DB78-96B3-45D7-958B-2C2CDF26E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1900C-E754-44A6-9805-43381DF1B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0BF2-0F52-49CB-9BA6-5A15FE55A2D8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D1633-70F8-4D67-A9B3-A65E1768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31420-970A-44FE-88E1-E0B0EB59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6336-0A1E-4E41-B020-8CA9484E9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67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A247-0055-4F33-BCA2-2D5ACA76F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5322E-5FBE-42B5-8D7A-E9F457042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54CC3-CF65-43CD-B5B2-5198A88C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0BF2-0F52-49CB-9BA6-5A15FE55A2D8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CB7ED-118F-4D91-B552-D8DAD1BF7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6B2E4-987A-407C-B957-D3C1E0AEC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6336-0A1E-4E41-B020-8CA9484E9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16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847D-EADB-45B9-9778-6A20DA078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5626-6E75-4277-ACFC-E25F235F0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F4B77-63E9-4328-8324-DB7BD6221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BA806-0471-41BF-8418-588C2BE4F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0BF2-0F52-49CB-9BA6-5A15FE55A2D8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83B40-54D1-40D8-9593-5F40536A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ADE48-85BD-4A81-883C-CC91551B0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6336-0A1E-4E41-B020-8CA9484E9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34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4CD0B-A2EC-4B0F-9AC9-FAF7BAA0D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864D8-4F3A-4D45-A7F2-5BB9AEB37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77303-1135-4EF6-AC84-89635E496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A0C54-9C87-4B7A-99F8-9C7D3C35B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B6C7AF-FA9A-4FA0-9011-CDEC194A4C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F3F185-B72F-4487-B1EA-848F97F9C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0BF2-0F52-49CB-9BA6-5A15FE55A2D8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8713D6-341A-4131-AA3A-F9B09AD52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0C08E9-09A7-4766-ADC5-65EC45D6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6336-0A1E-4E41-B020-8CA9484E9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40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936B6-1116-4100-925B-B30F47E5B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BCD033-0BC1-46BD-8142-32E9DAFD8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0BF2-0F52-49CB-9BA6-5A15FE55A2D8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77F9C-29D5-4456-96C6-3DDE8A9CD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D2ED2-F487-4A7A-AEE0-B7915FD0F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6336-0A1E-4E41-B020-8CA9484E9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10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19D96C-4A89-4B3E-8606-D99EE122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0BF2-0F52-49CB-9BA6-5A15FE55A2D8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1197E5-FE22-4217-8B89-06E86E477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FE5DB-04ED-4AA9-AC4F-08F2A8FC9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6336-0A1E-4E41-B020-8CA9484E9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14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44E48-6212-42E0-BFF3-DB796F889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F6226-F322-4F55-AE8B-43D5B7D55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F7EE6-3903-46AB-B423-E86C87864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19109-DE61-4E3A-B85F-1319748C5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0BF2-0F52-49CB-9BA6-5A15FE55A2D8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4F5D2-EC05-4028-BFF7-0E87E9B87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D15A0-4AB9-4822-BCB9-7F22F5535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6336-0A1E-4E41-B020-8CA9484E9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5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140BD-C168-41DA-B29F-B057C55F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D19E3-C29E-4E51-AF87-BD2C3F342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9CC93-3644-42AA-8FEE-B4815ABC2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AF6A8-D12D-4831-87A9-5971DC9B1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0BF2-0F52-49CB-9BA6-5A15FE55A2D8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CC2FA-6E46-465D-BBE5-22BD4654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7921E-2AC0-456B-9E7C-B065128D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6336-0A1E-4E41-B020-8CA9484E9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96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7957-BFA5-4840-8ECF-2FF373B0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3072E-F461-47C0-9F77-3E92CB05D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71774-5AD3-40BA-B113-24682841B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0BF2-0F52-49CB-9BA6-5A15FE55A2D8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B2768-BDBC-4625-BF01-AF83D958A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6094A-44F6-4ABB-9C76-5CA89FAC4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6336-0A1E-4E41-B020-8CA9484E9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554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7CACDF-1D8C-4B70-A41E-E0F7D84C80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EBEE23-26EA-4678-A6F7-5A083B5F0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48E20-0EF2-4F79-885F-14C280AA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0BF2-0F52-49CB-9BA6-5A15FE55A2D8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F7682-F96A-42A4-8C54-29F6D8711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64AD6-D8A0-4DF0-81C6-94F6E40C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6336-0A1E-4E41-B020-8CA9484E9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83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8D99D1-5B1F-45D3-9A36-C73A7C34D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BA336-D6B7-465C-80B4-785CD1F07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1D13C-8AB9-4DD4-8F77-3F1F46F9A8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F0BF2-0F52-49CB-9BA6-5A15FE55A2D8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04D0-47C6-40C5-AF3E-83DC068EF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F8C83-5A9B-4F72-940B-2E529773F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6336-0A1E-4E41-B020-8CA9484E9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818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5A0A343-DD53-448D-B278-3D7AFF2E2423}"/>
              </a:ext>
            </a:extLst>
          </p:cNvPr>
          <p:cNvGrpSpPr/>
          <p:nvPr/>
        </p:nvGrpSpPr>
        <p:grpSpPr>
          <a:xfrm>
            <a:off x="5128260" y="2697480"/>
            <a:ext cx="2034540" cy="1722120"/>
            <a:chOff x="5128260" y="2697480"/>
            <a:chExt cx="2034540" cy="172212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9D04478-7E61-4DCC-AA41-2E390D2CF3B2}"/>
                </a:ext>
              </a:extLst>
            </p:cNvPr>
            <p:cNvSpPr/>
            <p:nvPr/>
          </p:nvSpPr>
          <p:spPr>
            <a:xfrm>
              <a:off x="5128260" y="2697480"/>
              <a:ext cx="2034540" cy="1722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4455A76-0CEF-4EF1-80DA-D167CB7F1ED4}"/>
                </a:ext>
              </a:extLst>
            </p:cNvPr>
            <p:cNvGrpSpPr/>
            <p:nvPr/>
          </p:nvGrpSpPr>
          <p:grpSpPr>
            <a:xfrm>
              <a:off x="5187977" y="2761197"/>
              <a:ext cx="1900651" cy="1597721"/>
              <a:chOff x="5187977" y="2761197"/>
              <a:chExt cx="1900651" cy="1597721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3869BA30-CEAC-4864-88BC-D1356E65E9E2}"/>
                  </a:ext>
                </a:extLst>
              </p:cNvPr>
              <p:cNvGrpSpPr/>
              <p:nvPr/>
            </p:nvGrpSpPr>
            <p:grpSpPr>
              <a:xfrm>
                <a:off x="5187977" y="2761197"/>
                <a:ext cx="1900651" cy="1597721"/>
                <a:chOff x="5187977" y="2761197"/>
                <a:chExt cx="1900651" cy="1597721"/>
              </a:xfrm>
            </p:grpSpPr>
            <p:pic>
              <p:nvPicPr>
                <p:cNvPr id="5" name="Picture 4" descr="Chart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846A1CE6-ECC4-4B1E-9A6A-5BB3820AB2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13" t="3607" r="2413" b="37202"/>
                <a:stretch/>
              </p:blipFill>
              <p:spPr>
                <a:xfrm>
                  <a:off x="5189341" y="2766060"/>
                  <a:ext cx="1813317" cy="845820"/>
                </a:xfrm>
                <a:prstGeom prst="rect">
                  <a:avLst/>
                </a:prstGeom>
              </p:spPr>
            </p:pic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D34C915D-B09A-415A-BF6A-249057E5107C}"/>
                    </a:ext>
                  </a:extLst>
                </p:cNvPr>
                <p:cNvSpPr/>
                <p:nvPr/>
              </p:nvSpPr>
              <p:spPr>
                <a:xfrm>
                  <a:off x="5341620" y="3611880"/>
                  <a:ext cx="1493520" cy="4648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DE42B9E-4E04-4435-8671-9A0D5CB53704}"/>
                    </a:ext>
                  </a:extLst>
                </p:cNvPr>
                <p:cNvSpPr txBox="1"/>
                <p:nvPr/>
              </p:nvSpPr>
              <p:spPr>
                <a:xfrm>
                  <a:off x="5239836" y="3558699"/>
                  <a:ext cx="1712327" cy="8002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800" b="1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Name</a:t>
                  </a:r>
                </a:p>
                <a:p>
                  <a:pPr algn="ctr"/>
                  <a:r>
                    <a:rPr lang="en-US" sz="800" b="1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Current / Full Storage</a:t>
                  </a:r>
                </a:p>
                <a:p>
                  <a:pPr algn="ctr"/>
                  <a:r>
                    <a:rPr lang="en-US" sz="800" b="1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% Full – % of Average</a:t>
                  </a:r>
                </a:p>
                <a:p>
                  <a:pPr algn="ctr"/>
                  <a:r>
                    <a:rPr lang="en-US" sz="800" b="1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Date</a:t>
                  </a:r>
                </a:p>
                <a:p>
                  <a:pPr algn="ctr"/>
                  <a:endParaRPr lang="en-US" sz="200" b="1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algn="ctr"/>
                  <a:r>
                    <a:rPr lang="en-US" sz="600" b="1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High, Avg, and Low lines drawn with </a:t>
                  </a:r>
                </a:p>
                <a:p>
                  <a:pPr algn="ctr"/>
                  <a:r>
                    <a:rPr lang="en-US" sz="600" b="1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respect to statistics for the day of the year</a:t>
                  </a:r>
                  <a:endParaRPr lang="en-US" sz="500" b="1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8A29477-8750-46BA-979D-B64725CA1E71}"/>
                    </a:ext>
                  </a:extLst>
                </p:cNvPr>
                <p:cNvSpPr txBox="1"/>
                <p:nvPr/>
              </p:nvSpPr>
              <p:spPr>
                <a:xfrm>
                  <a:off x="6548095" y="2761197"/>
                  <a:ext cx="54053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" b="1" dirty="0">
                      <a:solidFill>
                        <a:schemeClr val="accent4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High</a:t>
                  </a:r>
                </a:p>
                <a:p>
                  <a:pPr algn="ctr"/>
                  <a:r>
                    <a:rPr lang="en-US" sz="600" b="1" dirty="0">
                      <a:solidFill>
                        <a:schemeClr val="accent4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(90</a:t>
                  </a:r>
                  <a:r>
                    <a:rPr lang="en-US" sz="600" b="1" baseline="30000" dirty="0">
                      <a:solidFill>
                        <a:schemeClr val="accent4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th</a:t>
                  </a:r>
                  <a:r>
                    <a:rPr lang="en-US" sz="600" b="1" dirty="0">
                      <a:solidFill>
                        <a:schemeClr val="accent4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en-US" sz="600" b="1" dirty="0" err="1">
                      <a:solidFill>
                        <a:schemeClr val="accent4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pctl</a:t>
                  </a:r>
                  <a:r>
                    <a:rPr lang="en-US" sz="600" b="1" dirty="0">
                      <a:solidFill>
                        <a:schemeClr val="accent4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)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CB81479-1DB3-482A-BD74-62A7B8519F90}"/>
                    </a:ext>
                  </a:extLst>
                </p:cNvPr>
                <p:cNvSpPr txBox="1"/>
                <p:nvPr/>
              </p:nvSpPr>
              <p:spPr>
                <a:xfrm>
                  <a:off x="5187977" y="2929104"/>
                  <a:ext cx="48442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sz="600" b="1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Average</a:t>
                  </a:r>
                  <a:endParaRPr lang="en-US" sz="600" b="1" dirty="0">
                    <a:solidFill>
                      <a:schemeClr val="accent4">
                        <a:lumMod val="7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ECFA8DC-4A00-4DD4-ADF0-82172A562A79}"/>
                    </a:ext>
                  </a:extLst>
                </p:cNvPr>
                <p:cNvSpPr txBox="1"/>
                <p:nvPr/>
              </p:nvSpPr>
              <p:spPr>
                <a:xfrm>
                  <a:off x="6388574" y="3087203"/>
                  <a:ext cx="54053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600" b="1" dirty="0">
                      <a:solidFill>
                        <a:schemeClr val="accent4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Low</a:t>
                  </a:r>
                </a:p>
                <a:p>
                  <a:pPr algn="ctr"/>
                  <a:r>
                    <a:rPr lang="en-US" sz="600" b="1" dirty="0">
                      <a:solidFill>
                        <a:schemeClr val="accent4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(10</a:t>
                  </a:r>
                  <a:r>
                    <a:rPr lang="en-US" sz="600" b="1" baseline="30000" dirty="0">
                      <a:solidFill>
                        <a:schemeClr val="accent4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th</a:t>
                  </a:r>
                  <a:r>
                    <a:rPr lang="en-US" sz="600" b="1" dirty="0">
                      <a:solidFill>
                        <a:schemeClr val="accent4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en-US" sz="600" b="1" dirty="0" err="1">
                      <a:solidFill>
                        <a:schemeClr val="accent4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pctl</a:t>
                  </a:r>
                  <a:r>
                    <a:rPr lang="en-US" sz="600" b="1" dirty="0">
                      <a:solidFill>
                        <a:schemeClr val="accent4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)</a:t>
                  </a: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50685E-9713-45B6-9EE7-C71D28F954DC}"/>
                  </a:ext>
                </a:extLst>
              </p:cNvPr>
              <p:cNvSpPr txBox="1"/>
              <p:nvPr/>
            </p:nvSpPr>
            <p:spPr>
              <a:xfrm>
                <a:off x="5366021" y="3232693"/>
                <a:ext cx="5212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600" b="1" dirty="0">
                    <a:solidFill>
                      <a:schemeClr val="accent1">
                        <a:lumMod val="7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Current   </a:t>
                </a:r>
              </a:p>
              <a:p>
                <a:pPr algn="r"/>
                <a:r>
                  <a:rPr lang="en-US" sz="600" b="1" dirty="0">
                    <a:solidFill>
                      <a:schemeClr val="accent1">
                        <a:lumMod val="7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Storage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0943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D2365451D2C94798556AD13C420439" ma:contentTypeVersion="11" ma:contentTypeDescription="Create a new document." ma:contentTypeScope="" ma:versionID="854db2c99d48e8f4bc2e249ce3f15ffe">
  <xsd:schema xmlns:xsd="http://www.w3.org/2001/XMLSchema" xmlns:xs="http://www.w3.org/2001/XMLSchema" xmlns:p="http://schemas.microsoft.com/office/2006/metadata/properties" xmlns:ns2="7435f804-ec18-4592-b498-a06de183d484" xmlns:ns3="fd69bf28-1d92-46ce-9f01-9662b3a02e25" targetNamespace="http://schemas.microsoft.com/office/2006/metadata/properties" ma:root="true" ma:fieldsID="a957e97c486896079afdc59fb6f2854e" ns2:_="" ns3:_="">
    <xsd:import namespace="7435f804-ec18-4592-b498-a06de183d484"/>
    <xsd:import namespace="fd69bf28-1d92-46ce-9f01-9662b3a02e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35f804-ec18-4592-b498-a06de183d4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c5df3ad-b4e5-45d1-88c9-23db5f1fe6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69bf28-1d92-46ce-9f01-9662b3a02e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ff5e55e3-6705-47ba-baa7-adacdc2bf603}" ma:internalName="TaxCatchAll" ma:showField="CatchAllData" ma:web="fd69bf28-1d92-46ce-9f01-9662b3a02e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d69bf28-1d92-46ce-9f01-9662b3a02e25" xsi:nil="true"/>
    <lcf76f155ced4ddcb4097134ff3c332f xmlns="7435f804-ec18-4592-b498-a06de183d484">
      <Terms xmlns="http://schemas.microsoft.com/office/infopath/2007/PartnerControls"/>
    </lcf76f155ced4ddcb4097134ff3c332f>
    <SharedWithUsers xmlns="fd69bf28-1d92-46ce-9f01-9662b3a02e25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0919BA50-0C39-49F6-ACC7-F2AF6C84C23B}"/>
</file>

<file path=customXml/itemProps2.xml><?xml version="1.0" encoding="utf-8"?>
<ds:datastoreItem xmlns:ds="http://schemas.openxmlformats.org/officeDocument/2006/customXml" ds:itemID="{D2A9E975-F4B0-413F-ADD3-2E606A930021}"/>
</file>

<file path=customXml/itemProps3.xml><?xml version="1.0" encoding="utf-8"?>
<ds:datastoreItem xmlns:ds="http://schemas.openxmlformats.org/officeDocument/2006/customXml" ds:itemID="{B31BC369-FE96-4DCB-B6A5-A1B0D2976B82}"/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43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Rocha, Jonathan T</dc:creator>
  <cp:lastModifiedBy>Rocha, Jonathan T</cp:lastModifiedBy>
  <cp:revision>5</cp:revision>
  <dcterms:created xsi:type="dcterms:W3CDTF">2021-08-06T20:11:22Z</dcterms:created>
  <dcterms:modified xsi:type="dcterms:W3CDTF">2021-08-10T14:55:32Z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0x010100C8D2365451D2C94798556AD13C420439</vt:lpwstr>
  </property>
  <property fmtid="{D5CDD505-2E9C-101B-9397-08002B2CF9AE}" pid="3" name="Order">
    <vt:r8>26402300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CopySource">
    <vt:lpwstr>https://doimspp-my.sharepoint.com/personal/jrocha_usbr_gov/Documents/_TRANSFER/C#/UsbrTeacups/TeacupGenerator/teacupKey.pptx</vt:lpwstr>
  </property>
  <property fmtid="{D5CDD505-2E9C-101B-9397-08002B2CF9AE}" pid="9" name="_ExtendedDescription">
    <vt:lpwstr/>
  </property>
</Properties>
</file>